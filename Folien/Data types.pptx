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9774C9-2DC0-42DB-8F65-D7CE314C78C7}">
  <a:tblStyle styleId="{B99774C9-2DC0-42DB-8F65-D7CE314C78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8efce1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8efce1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8efce1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8efce1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8efce1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8efce1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3e0eb56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3e0eb56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8efce1b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8efce1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“PLP1</a:t>
            </a:r>
            <a:r>
              <a:rPr lang="en"/>
              <a:t>”</a:t>
            </a:r>
            <a:r>
              <a:rPr lang="en"/>
              <a:t>, ‘</a:t>
            </a:r>
            <a:r>
              <a:rPr lang="en"/>
              <a:t>PLP1</a:t>
            </a:r>
            <a:r>
              <a:rPr lang="en"/>
              <a:t>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GENE1, GENE2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SOX9, SOX10,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f“SOX7{i}”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data_path </a:t>
            </a:r>
            <a:r>
              <a:rPr lang="en"/>
              <a:t>= “\User\Documents\”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gene_list_name = “SenMaya.xlxs”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data_path + gene_list_name = “\User\Documents\SenMaya.xlxs”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6337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 =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A+B =3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Floats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0.1,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empty_list = []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gene_list_oligio</a:t>
            </a:r>
            <a:r>
              <a:rPr lang="en"/>
              <a:t>_list = [“PLP1”, “SOX10”,...]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gene_list_neuron_list = [“GFAP”, “GFAP1”,...]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adata.obs[‘cell_type’] =  [“Oligo”, “Oligo”,  “Astro”...]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gene_list_oligio_list + gene_list_neuron_list  = [“PLP1”, “SOX10”,“GFAP”, “GFAP1”]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579" y="0"/>
            <a:ext cx="34068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pandas.Dataframe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747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pandas as pd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Sen_mayo_df = pd.read_excel(data_path)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Sen_mayo_df.head()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Sen_mayo_df[“Genes”] = [</a:t>
            </a:r>
            <a:r>
              <a:rPr lang="en" sz="1400">
                <a:solidFill>
                  <a:schemeClr val="dk1"/>
                </a:solidFill>
              </a:rPr>
              <a:t>PLP1</a:t>
            </a:r>
            <a:r>
              <a:rPr lang="en"/>
              <a:t>, SOX10]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5167000" y="308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{B99774C9-2DC0-42DB-8F65-D7CE314C78C7}</a:tableStyleId>
              </a:tblPr>
              <a:tblGrid>
                <a:gridCol w="810875"/>
                <a:gridCol w="1283925"/>
                <a:gridCol w="1387250"/>
              </a:tblGrid>
              <a:tr h="3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Genes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Number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PLP1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Oligo gene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SOX10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pathway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